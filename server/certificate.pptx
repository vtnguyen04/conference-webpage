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0" r:id="rId2"/>
  </p:sldIdLst>
  <p:sldSz cx="9906000" cy="6858000" type="A4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9993E58-5848-46E9-9CE0-171CDDBB2075}">
          <p14:sldIdLst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60"/>
  </p:normalViewPr>
  <p:slideViewPr>
    <p:cSldViewPr>
      <p:cViewPr>
        <p:scale>
          <a:sx n="75" d="100"/>
          <a:sy n="75" d="100"/>
        </p:scale>
        <p:origin x="960" y="-23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0E16B-9666-459D-B4B2-4A0534E104A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9313"/>
            <a:ext cx="3314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9E4ED-7C57-4ADF-8D60-E9431CF29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4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5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1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1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9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3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0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1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C8C80-B0FB-4F14-A2D7-FEF32F91752D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3EFBD-F736-449C-ACF6-B56A772EAC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8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543174" y="1171849"/>
            <a:ext cx="48196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GIẤY CHỨNG NHẬN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715869"/>
            <a:ext cx="944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BAN TỔ CHỨC HỘI NGHỊ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1" y="2362200"/>
            <a:ext cx="876299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TRẦN THANH THẢO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i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Đã</a:t>
            </a:r>
            <a:r>
              <a:rPr lang="en-US" sz="1600" b="1" i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1600" b="1" i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tham</a:t>
            </a:r>
            <a:r>
              <a:rPr lang="en-US" sz="1600" b="1" i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1600" b="1" i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dự</a:t>
            </a: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uLnTx/>
              <a:uFillTx/>
              <a:latin typeface="Arial" panose="020B0604020202020204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HỘI NGHỊ KHOA HỌC KỸ THUẬT DƯỢC LẦN THỨ 41</a:t>
            </a:r>
          </a:p>
          <a:p>
            <a:pPr lvl="0" algn="ctr">
              <a:defRPr/>
            </a:pPr>
            <a:r>
              <a:rPr lang="en-US" sz="1400" b="1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 sz="1400" b="1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ường</a:t>
            </a:r>
            <a:r>
              <a:rPr lang="en-US" sz="1400" b="1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Dược</a:t>
            </a:r>
            <a:r>
              <a:rPr lang="en-US" sz="1400" b="1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 err="1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400" b="1" dirty="0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học Y Dược Thành </a:t>
            </a:r>
            <a:r>
              <a:rPr lang="en-US" sz="1400" b="1" dirty="0" err="1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phố</a:t>
            </a:r>
            <a:r>
              <a:rPr lang="en-US" sz="1400" b="1" dirty="0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400" b="1" dirty="0"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Chí Minh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1" u="none" strike="noStrike" kern="1200" cap="none" spc="0" normalizeH="0" baseline="0" noProof="0" dirty="0" err="1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Ngày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10 </a:t>
            </a:r>
            <a:r>
              <a:rPr kumimoji="0" lang="en-US" sz="1400" i="1" u="none" strike="noStrike" kern="1200" cap="none" spc="0" normalizeH="0" baseline="0" noProof="0" dirty="0" err="1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và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11 </a:t>
            </a:r>
            <a:r>
              <a:rPr kumimoji="0" lang="en-US" sz="1400" i="1" u="none" strike="noStrike" kern="1200" cap="none" spc="0" normalizeH="0" baseline="0" noProof="0" dirty="0" err="1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tháng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4 </a:t>
            </a:r>
            <a:r>
              <a:rPr kumimoji="0" lang="en-US" sz="1400" i="1" u="none" strike="noStrike" kern="1200" cap="none" spc="0" normalizeH="0" baseline="0" noProof="0" dirty="0" err="1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năm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srgbClr val="007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2025</a:t>
            </a:r>
            <a:endParaRPr kumimoji="0" lang="en-US" sz="2400" i="1" u="none" strike="noStrike" kern="1200" cap="none" spc="0" normalizeH="0" baseline="0" noProof="0" dirty="0">
              <a:ln>
                <a:noFill/>
              </a:ln>
              <a:solidFill>
                <a:srgbClr val="007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4000" y="4648200"/>
            <a:ext cx="4038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TP. </a:t>
            </a:r>
            <a:r>
              <a:rPr kumimoji="0" lang="en-US" sz="140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Hồ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Chí Minh, </a:t>
            </a:r>
            <a:r>
              <a:rPr kumimoji="0" lang="en-US" sz="140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ngày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11 </a:t>
            </a:r>
            <a:r>
              <a:rPr kumimoji="0" lang="en-US" sz="140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tháng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4 </a:t>
            </a:r>
            <a:r>
              <a:rPr kumimoji="0" lang="en-US" sz="140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năm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2025</a:t>
            </a:r>
          </a:p>
          <a:p>
            <a:pPr lvl="0" algn="ctr">
              <a:defRPr/>
            </a:pPr>
            <a:r>
              <a:rPr lang="en-US" sz="14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 TR</a:t>
            </a:r>
            <a:r>
              <a:rPr lang="vi-VN" sz="14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</a:t>
            </a:r>
            <a:r>
              <a:rPr lang="en-GB" sz="14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  <a:endParaRPr lang="en-US" sz="1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10017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TRẦN THÀNH ĐẠO</a:t>
            </a:r>
          </a:p>
          <a:p>
            <a:pPr marL="0" marR="0" lvl="0" indent="0" algn="ctr" defTabSz="10017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Trưởng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Ban Tổ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chức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Hội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nghị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D021D5-45D9-B329-F529-9A8AC42400F1}"/>
              </a:ext>
            </a:extLst>
          </p:cNvPr>
          <p:cNvGrpSpPr/>
          <p:nvPr/>
        </p:nvGrpSpPr>
        <p:grpSpPr>
          <a:xfrm>
            <a:off x="685800" y="404336"/>
            <a:ext cx="3124200" cy="692497"/>
            <a:chOff x="838200" y="545068"/>
            <a:chExt cx="3124200" cy="692497"/>
          </a:xfrm>
        </p:grpSpPr>
        <p:sp>
          <p:nvSpPr>
            <p:cNvPr id="4" name="TextBox 3"/>
            <p:cNvSpPr txBox="1"/>
            <p:nvPr/>
          </p:nvSpPr>
          <p:spPr>
            <a:xfrm>
              <a:off x="838200" y="545068"/>
              <a:ext cx="3124200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ĐẠI HỌC Y DƯỢC </a:t>
              </a:r>
              <a:br>
                <a:rPr lang="en-US" dirty="0"/>
              </a:br>
              <a:r>
                <a:rPr lang="en-US" dirty="0"/>
                <a:t>THÀNH PHỐ HỒ CHÍ MINH</a:t>
              </a:r>
            </a:p>
            <a:p>
              <a:r>
                <a:rPr lang="en-US" b="1"/>
                <a:t>TR</a:t>
              </a:r>
              <a:r>
                <a:rPr lang="vi-VN" b="1"/>
                <a:t>ƯỜNG</a:t>
              </a:r>
              <a:r>
                <a:rPr lang="en-US" b="1"/>
                <a:t> </a:t>
              </a:r>
              <a:r>
                <a:rPr lang="en-US" b="1" dirty="0"/>
                <a:t>DƯỢC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9B93791-564D-4C34-ACD2-002E1F71F1F9}"/>
                </a:ext>
              </a:extLst>
            </p:cNvPr>
            <p:cNvCxnSpPr/>
            <p:nvPr/>
          </p:nvCxnSpPr>
          <p:spPr>
            <a:xfrm>
              <a:off x="2026920" y="1207532"/>
              <a:ext cx="64008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C21307-4A66-D413-1B30-DC86729C77DF}"/>
              </a:ext>
            </a:extLst>
          </p:cNvPr>
          <p:cNvGrpSpPr/>
          <p:nvPr/>
        </p:nvGrpSpPr>
        <p:grpSpPr>
          <a:xfrm>
            <a:off x="4953000" y="457200"/>
            <a:ext cx="4419600" cy="507831"/>
            <a:chOff x="4953000" y="530682"/>
            <a:chExt cx="4419600" cy="5078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CAF9AE7-42EB-6957-2A46-A6769819BC53}"/>
                </a:ext>
              </a:extLst>
            </p:cNvPr>
            <p:cNvSpPr txBox="1"/>
            <p:nvPr/>
          </p:nvSpPr>
          <p:spPr>
            <a:xfrm>
              <a:off x="4953000" y="530682"/>
              <a:ext cx="44196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CỘNG HÒA XÃ HỘI CHỦ NGHĨA VIỆT NAM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Độc</a:t>
              </a:r>
              <a:r>
                <a:rPr lang="en-US" sz="1400" b="1" dirty="0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 </a:t>
              </a:r>
              <a:r>
                <a:rPr lang="en-US" sz="1400" b="1" dirty="0" err="1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lập</a:t>
              </a:r>
              <a:r>
                <a:rPr lang="en-US" sz="1400" b="1" dirty="0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 – </a:t>
              </a:r>
              <a:r>
                <a:rPr lang="en-US" sz="1400" b="1" dirty="0" err="1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Tự</a:t>
              </a:r>
              <a:r>
                <a:rPr lang="en-US" sz="1400" b="1" dirty="0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 do – </a:t>
              </a:r>
              <a:r>
                <a:rPr lang="en-US" sz="1400" b="1" dirty="0" err="1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Hạnh</a:t>
              </a:r>
              <a:r>
                <a:rPr lang="en-US" sz="1400" b="1" dirty="0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 </a:t>
              </a:r>
              <a:r>
                <a:rPr lang="en-US" sz="1400" b="1" dirty="0" err="1">
                  <a:solidFill>
                    <a:prstClr val="black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phúc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EA4A2DD-9719-64CA-AFF3-06A0C9DC3832}"/>
                </a:ext>
              </a:extLst>
            </p:cNvPr>
            <p:cNvCxnSpPr>
              <a:cxnSpLocks/>
            </p:cNvCxnSpPr>
            <p:nvPr/>
          </p:nvCxnSpPr>
          <p:spPr>
            <a:xfrm>
              <a:off x="5943600" y="987882"/>
              <a:ext cx="24231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7674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2027</TotalTime>
  <Words>102</Words>
  <Application>Microsoft Office PowerPoint</Application>
  <PresentationFormat>A4 Paper (210x297 mm)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BANkckh</dc:creator>
  <cp:lastModifiedBy>Nguyễn Thành Tân (Phước Minh)</cp:lastModifiedBy>
  <cp:revision>211</cp:revision>
  <cp:lastPrinted>2017-02-27T03:23:44Z</cp:lastPrinted>
  <dcterms:created xsi:type="dcterms:W3CDTF">2016-02-24T08:59:11Z</dcterms:created>
  <dcterms:modified xsi:type="dcterms:W3CDTF">2025-11-09T08:40:40Z</dcterms:modified>
</cp:coreProperties>
</file>